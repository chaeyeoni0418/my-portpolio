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e4739f49144339" /><Relationship Type="http://schemas.openxmlformats.org/officeDocument/2006/relationships/extended-properties" Target="/docProps/app.xml" Id="R6dab06ae8e3241b0" /><Relationship Type="http://schemas.openxmlformats.org/officeDocument/2006/relationships/officeDocument" Target="/ppt/presentation.xml" Id="Rdb6fd98c86ed4a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5ecf4e7f44514"/>
  </p:sldMasterIdLst>
  <p:notesMasterIdLst>
    <p:notesMasterId xmlns:r="http://schemas.openxmlformats.org/officeDocument/2006/relationships" r:id="Rc561e71b363f4ddc"/>
  </p:notesMasterIdLst>
  <p:sldIdLst>
    <p:sldId xmlns:r="http://schemas.openxmlformats.org/officeDocument/2006/relationships" id="256" r:id="R096e24fcd28a4326"/>
    <p:sldId xmlns:r="http://schemas.openxmlformats.org/officeDocument/2006/relationships" id="257" r:id="Rea6336b6ab62424b"/>
    <p:sldId xmlns:r="http://schemas.openxmlformats.org/officeDocument/2006/relationships" id="258" r:id="Rd89bfd3b0f454f82"/>
    <p:sldId xmlns:r="http://schemas.openxmlformats.org/officeDocument/2006/relationships" id="259" r:id="R9598b0cd232c4120"/>
    <p:sldId xmlns:r="http://schemas.openxmlformats.org/officeDocument/2006/relationships" id="260" r:id="R407e4a8c942f4deb"/>
    <p:sldId xmlns:r="http://schemas.openxmlformats.org/officeDocument/2006/relationships" id="261" r:id="R2f6f054934c842f7"/>
    <p:sldId xmlns:r="http://schemas.openxmlformats.org/officeDocument/2006/relationships" id="262" r:id="R10397f808c724d72"/>
    <p:sldId xmlns:r="http://schemas.openxmlformats.org/officeDocument/2006/relationships" id="263" r:id="Rb716b273420d43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5ecf4e7f44514" /><Relationship Type="http://schemas.openxmlformats.org/officeDocument/2006/relationships/theme" Target="/ppt/theme/theme1.xml" Id="Ra034e3655e0349ed" /><Relationship Type="http://schemas.openxmlformats.org/officeDocument/2006/relationships/notesMaster" Target="/ppt/notesMasters/notesMaster1.xml" Id="Rc561e71b363f4ddc" /><Relationship Type="http://schemas.openxmlformats.org/officeDocument/2006/relationships/presProps" Target="/ppt/presProps.xml" Id="Rd05657e232fe4889" /><Relationship Type="http://schemas.openxmlformats.org/officeDocument/2006/relationships/viewProps" Target="/ppt/viewProps.xml" Id="Ra3a0ef13ead04060" /><Relationship Type="http://schemas.openxmlformats.org/officeDocument/2006/relationships/tableStyles" Target="/ppt/tableStyles.xml" Id="Rfc7e73861af949d9" /><Relationship Type="http://schemas.openxmlformats.org/officeDocument/2006/relationships/slide" Target="/ppt/slides/slide1.xml" Id="R096e24fcd28a4326" /><Relationship Type="http://schemas.openxmlformats.org/officeDocument/2006/relationships/slide" Target="/ppt/slides/slide2.xml" Id="Rea6336b6ab62424b" /><Relationship Type="http://schemas.openxmlformats.org/officeDocument/2006/relationships/slide" Target="/ppt/slides/slide3.xml" Id="Rd89bfd3b0f454f82" /><Relationship Type="http://schemas.openxmlformats.org/officeDocument/2006/relationships/slide" Target="/ppt/slides/slide4.xml" Id="R9598b0cd232c4120" /><Relationship Type="http://schemas.openxmlformats.org/officeDocument/2006/relationships/slide" Target="/ppt/slides/slide5.xml" Id="R407e4a8c942f4deb" /><Relationship Type="http://schemas.openxmlformats.org/officeDocument/2006/relationships/slide" Target="/ppt/slides/slide6.xml" Id="R2f6f054934c842f7" /><Relationship Type="http://schemas.openxmlformats.org/officeDocument/2006/relationships/slide" Target="/ppt/slides/slide7.xml" Id="R10397f808c724d72" /><Relationship Type="http://schemas.openxmlformats.org/officeDocument/2006/relationships/slide" Target="/ppt/slides/slide8.xml" Id="Rb716b273420d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8fffc90a7345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00e776f8bc4c02" /><Relationship Type="http://schemas.openxmlformats.org/officeDocument/2006/relationships/notesMaster" Target="/ppt/notesMasters/notesMaster1.xml" Id="R47d8b4dd15f2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8c6b3251944e96" /><Relationship Type="http://schemas.openxmlformats.org/officeDocument/2006/relationships/notesMaster" Target="/ppt/notesMasters/notesMaster1.xml" Id="Rb49311abd850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b7303c70ad4351" /><Relationship Type="http://schemas.openxmlformats.org/officeDocument/2006/relationships/notesMaster" Target="/ppt/notesMasters/notesMaster1.xml" Id="R75b4bd5acb884e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d611fe59c4152" /><Relationship Type="http://schemas.openxmlformats.org/officeDocument/2006/relationships/notesMaster" Target="/ppt/notesMasters/notesMaster1.xml" Id="R9f311140f17248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eb16060e7475c" /><Relationship Type="http://schemas.openxmlformats.org/officeDocument/2006/relationships/notesMaster" Target="/ppt/notesMasters/notesMaster1.xml" Id="Rab729aaa962a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c19ecf069b43f7" /><Relationship Type="http://schemas.openxmlformats.org/officeDocument/2006/relationships/notesMaster" Target="/ppt/notesMasters/notesMaster1.xml" Id="Rc4929945a09f44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fe20ddc2cb4b4e" /><Relationship Type="http://schemas.openxmlformats.org/officeDocument/2006/relationships/notesMaster" Target="/ppt/notesMasters/notesMaster1.xml" Id="R022ff68fa16c4e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4334f5612243e3" /><Relationship Type="http://schemas.openxmlformats.org/officeDocument/2006/relationships/notesMaster" Target="/ppt/notesMasters/notesMaster1.xml" Id="Rba7f19aa44dc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ed643f1c546e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132eba23d2460b" /><Relationship Type="http://schemas.openxmlformats.org/officeDocument/2006/relationships/slideLayout" Target="/ppt/slideLayouts/slideLayout2.xml" Id="Rd37d757d8a084c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d757d8a084c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8ddbdba2594432" /><Relationship Type="http://schemas.openxmlformats.org/officeDocument/2006/relationships/notesSlide" Target="/ppt/notesSlides/notesSlide1.xml" Id="R99521cb9dc4641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d4a6c003c4d7a" /><Relationship Type="http://schemas.openxmlformats.org/officeDocument/2006/relationships/notesSlide" Target="/ppt/notesSlides/notesSlide2.xml" Id="Ra3f78af297ec4e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9e5344c9d94e48" /><Relationship Type="http://schemas.openxmlformats.org/officeDocument/2006/relationships/notesSlide" Target="/ppt/notesSlides/notesSlide3.xml" Id="Re5735948d85542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250a5da3b248a3" /><Relationship Type="http://schemas.openxmlformats.org/officeDocument/2006/relationships/notesSlide" Target="/ppt/notesSlides/notesSlide4.xml" Id="Rcea4cafb94524b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505f8dff94ecc" /><Relationship Type="http://schemas.openxmlformats.org/officeDocument/2006/relationships/notesSlide" Target="/ppt/notesSlides/notesSlide5.xml" Id="Rb9f682c4de6249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9882be06a141c4" /><Relationship Type="http://schemas.openxmlformats.org/officeDocument/2006/relationships/notesSlide" Target="/ppt/notesSlides/notesSlide6.xml" Id="R53bd78f944ee49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3d1de5ebe4d25" /><Relationship Type="http://schemas.openxmlformats.org/officeDocument/2006/relationships/notesSlide" Target="/ppt/notesSlides/notesSlide7.xml" Id="Rfa2f30c0893545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e865993c64e2c" /><Relationship Type="http://schemas.openxmlformats.org/officeDocument/2006/relationships/notesSlide" Target="/ppt/notesSlides/notesSlide8.xml" Id="Re54e3932abde43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3F3BE-DA3A-482F-B405-7FF29CC1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portfolio.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6634B-7987-40BB-8390-E760F9D7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포트폴리오 코드 발표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5EEC9-665E-43AF-9219-27B1C67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HTML, CSS, JavaScript로 만든 개인 포트폴리오 사이트</a:t>
            </a:r>
          </a:p>
          <a:p xmlns:a="http://schemas.openxmlformats.org/drawingml/2006/main">
            <a:pPr algn="l">
              <a:defRPr sz="180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구조와 공통 컴포넌트 중심으로 설명합니다.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2B5E2-DA9A-4F2E-BD05-C46DB79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D2"/>
          </a:solidFill>
          <a:ln xmlns:a="http://schemas.openxmlformats.org/drawingml/2006/main" w="9525">
            <a:solidFill>
              <a:srgbClr val="D8C9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46AD9-BF60-4A57-8BED-6E02477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286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D2"/>
          </a:solidFill>
          <a:ln xmlns:a="http://schemas.openxmlformats.org/drawingml/2006/main" w="9525">
            <a:solidFill>
              <a:srgbClr val="EFE3D2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발표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1. 폴더 구조</a:t>
            </a:r>
          </a:p>
          <a:p xmlns:a="http://schemas.openxmlformats.org/drawingml/2006/main">
            <a:pPr algn="l">
              <a:def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2. 홈 화면</a:t>
            </a:r>
          </a:p>
          <a:p xmlns:a="http://schemas.openxmlformats.org/drawingml/2006/main">
            <a:pPr algn="l">
              <a:def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3. 공통 컴포넌트</a:t>
            </a:r>
          </a:p>
          <a:p xmlns:a="http://schemas.openxmlformats.org/drawingml/2006/main">
            <a:pPr algn="l">
              <a:def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4. CSS 핵심</a:t>
            </a:r>
          </a:p>
          <a:p xmlns:a="http://schemas.openxmlformats.org/drawingml/2006/main">
            <a:pPr algn="l">
              <a:def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5. 예상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3DE5A-07AD-4436-A153-407438D2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1</a:t>
            </a:r>
          </a:p>
        </p:txBody>
      </p:sp>
    </p:spTree>
    <p:extLst>
      <p:ext uri="{BB962C8B-B14F-4D97-AF65-F5344CB8AC3E}">
        <p14:creationId xmlns:p14="http://schemas.microsoft.com/office/powerpoint/2010/main" val="417907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525DE3-FECB-4806-A1F7-8C2A29D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rPr>
              <a:t>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ACFBF-31A8-4E42-A531-667C0184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전체 폴더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5427E-A2D8-47AC-A897-A224F369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페이지별 폴더와 공통 컴포넌트를 나눠서 관리했습니다.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46676-F0F4-4616-B2B7-1DC5A096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720F3-B0B7-4CDE-8470-BEB072EA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87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index : 홈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5611D-C482-4F7D-9B58-08011A80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7D6CA-9717-484F-91A7-C4C4BBC0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87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about : 자기소개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6775D-321B-4F43-93A7-663BB39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3E1AE-8613-4F12-848A-5B271468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487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visitor : 방명록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2763D-078E-4576-9B50-72CF2260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02873-7CC4-4DF1-8B4D-553FE6D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487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project1~4 : 프로젝트 상세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EECB3-9334-4CB9-92D4-E58B2ADE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FAE31-C620-4AE1-ABF8-56B5BBD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487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components : 반복되는 메뉴와 상세 화면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43C26-53A6-4C80-AF34-54F5D43B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3930D-DACD-4B29-A19F-92CBE41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487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img : 사이트에서 쓰는 이미지 파일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8CCBA-7117-429A-AE8D-9766CF7A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41F"/>
          </a:solidFill>
          <a:ln xmlns:a="http://schemas.openxmlformats.org/drawingml/2006/main" w="9525">
            <a:solidFill>
              <a:srgbClr val="2C241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1373B-917A-43A5-9193-510BB24D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09850"/>
            <a:ext cx="34671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41F"/>
          </a:solidFill>
          <a:ln xmlns:a="http://schemas.openxmlformats.org/drawingml/2006/main" w="9525">
            <a:solidFill>
              <a:srgbClr val="2C241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ux과제/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components/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index/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about/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visitor/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project1 ~ project4/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img/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0AA0C-E02E-4FB4-9CDA-097FED8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2</a:t>
            </a:r>
          </a:p>
        </p:txBody>
      </p:sp>
    </p:spTree>
    <p:extLst>
      <p:ext uri="{BB962C8B-B14F-4D97-AF65-F5344CB8AC3E}">
        <p14:creationId xmlns:p14="http://schemas.microsoft.com/office/powerpoint/2010/main" val="728100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9B954-3E24-478D-8D37-AE4541A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rPr>
              <a:t>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7FA51-2518-447B-A109-2734B88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홈 화면에서 보여주는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95CB4-8940-4D96-9EDE-3F95576A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첫 화면은 소개, 프로젝트, 방명록으로 이동할 수 있게 구성했습니다.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EF727-756B-496C-BE60-BA826D4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F680A-BC64-4C93-B69F-3E6FF3B1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소개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9FE7D-D885-48E5-A3FB-0D912C50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너무 딱딱하지 않게</a:t>
            </a:r>
          </a:p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내 말투에 가깝게 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380AC-A265-41AB-9048-18070DA1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0C5C1-7FC0-4592-AF67-B1DEAE35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24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C3879-D5B2-4587-9151-2F23CF3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33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카드 형태로 4개 프로젝트</a:t>
            </a:r>
          </a:p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이미지 크기와 비율 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CA7CF-EF9F-490C-9356-E40F21F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56764-AA51-496A-912F-DAE2398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방명록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2C0BC-0D70-4734-8922-9FA5CAD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남기러가기 버튼으로</a:t>
            </a:r>
          </a:p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visitor 페이지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7DC24-03BC-4356-A925-67577A57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3</a:t>
            </a:r>
          </a:p>
        </p:txBody>
      </p:sp>
    </p:spTree>
    <p:extLst>
      <p:ext uri="{BB962C8B-B14F-4D97-AF65-F5344CB8AC3E}">
        <p14:creationId xmlns:p14="http://schemas.microsoft.com/office/powerpoint/2010/main" val="1703580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76B11-141B-46FD-9140-30EA6524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rPr>
              <a:t>COMPONENT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6F7AE-ACDC-444B-8EE6-5E003348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상단 메뉴바 컴포넌트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92DC5-0ABF-4310-981B-A9480989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모든 페이지에서 반복되는 메뉴를 header.js 하나로 관리했습니다.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259A4-837E-454A-8936-DB79AE40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41F"/>
          </a:solidFill>
          <a:ln xmlns:a="http://schemas.openxmlformats.org/drawingml/2006/main" w="9525">
            <a:solidFill>
              <a:srgbClr val="2C24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BA457-1704-44EC-A587-C093093F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41F"/>
          </a:solidFill>
          <a:ln xmlns:a="http://schemas.openxmlformats.org/drawingml/2006/main" w="9525">
            <a:solidFill>
              <a:srgbClr val="2C241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&lt;site-header&gt;&lt;/site-header&gt;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&lt;script src="../components/header.js"&gt;&lt;/script&gt;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B0437-D463-4C17-8322-DE1416D5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92D25-8907-4DA5-93F6-96AAB701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11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HTML 파일마다 메뉴 코드를 반복해서 쓰지 않아도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FEC6F-084C-4896-89F2-803D24D1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22445-2D77-4EB3-8F32-CA3F621C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411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메뉴 이름이나 링크를 바꿀 때 header.js만 수정하면 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FD87C-2EB1-4979-B421-5B96C5F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A4FE2-C6F0-49BF-A1C9-69D31B09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411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ABOUT, PROJECTS, VISITOR, CONTACT 링크가 공통으로 들어갑니다.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2788D-2DCE-4EEC-B2E2-3FAC28FC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4</a:t>
            </a:r>
          </a:p>
        </p:txBody>
      </p:sp>
    </p:spTree>
    <p:extLst>
      <p:ext uri="{BB962C8B-B14F-4D97-AF65-F5344CB8AC3E}">
        <p14:creationId xmlns:p14="http://schemas.microsoft.com/office/powerpoint/2010/main" val="786944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582507-2384-42BC-B416-24C0DD3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rPr>
              <a:t>PROJECT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D3632-1078-4625-A32E-F9F66AFB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프로젝트 상세 화면 컴포넌트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946FC-8E11-4DC1-9E81-115F5D20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project1~4 화면은 구조가 비슷해서 project-detail.js로 묶었습니다.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CF7E3-C97B-41A6-8412-DC5B411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41F"/>
          </a:solidFill>
          <a:ln xmlns:a="http://schemas.openxmlformats.org/drawingml/2006/main" w="9525">
            <a:solidFill>
              <a:srgbClr val="2C24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02578-CFFB-442C-B41F-A3B7B140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48006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41F"/>
          </a:solidFill>
          <a:ln xmlns:a="http://schemas.openxmlformats.org/drawingml/2006/main" w="9525">
            <a:solidFill>
              <a:srgbClr val="2C241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&lt;project-detail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title="유튜브 화면 제작"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summary="HTML과 CSS로 만든 프로젝트"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image="../img/pj1.png"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link="../youtube/youtube.html"&gt;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&lt;/project-detail&gt;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865C-F693-4B98-BD11-91B16509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52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4BCBA-1785-4C80-A146-BC0BAE23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924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제목, 설명, 이미지, 링크만 페이지마다 다르게 넣습니다.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5AE44-D6ED-459E-830F-596C6B2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82A12-79D1-4F90-A6BC-51D10EF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3924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사이드 메뉴에서 개발 과정으로 이동할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C23EC-2B18-4161-BB60-7F5A22F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AB714-FA60-4FAC-AD31-9828870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3924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공통 디자인은 project-detail.css에서 관리합니다.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7BA71-8800-4E50-BBD1-687EAB9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5</a:t>
            </a:r>
          </a:p>
        </p:txBody>
      </p:sp>
    </p:spTree>
    <p:extLst>
      <p:ext uri="{BB962C8B-B14F-4D97-AF65-F5344CB8AC3E}">
        <p14:creationId xmlns:p14="http://schemas.microsoft.com/office/powerpoint/2010/main" val="274286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5C5E4-8E2E-42CE-BFF8-93E00239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rPr>
              <a:t>CSS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CD2E9-13ED-458F-82F9-DCBBA592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이미지와 배치에서 많이 쓴 CSS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DBA1F-E61A-48E3-B83E-1EF8F8B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사진이 잘리거나 여백이 생기는 이유를 설명할 때 중요합니다.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99DDA-F60E-4407-AB28-7C7C4E85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object-fit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EFE74-3716-4646-A747-DCAC5EF3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76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cover : 박스를 꽉 채우지만 사진이 잘릴 수 있음</a:t>
            </a:r>
          </a:p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contain : 사진 전체가 보이지만 여백이 생길 수 있음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AEFB0-10A8-4AD0-96DE-5BE71045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flex / grid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18FAE-7F07-42BA-BE2E-C72E55A2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57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flex : 가로, 세로 정렬할 때 사용</a:t>
            </a:r>
          </a:p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grid : 화면을 왼쪽/오른쪽처럼 칸으로 나눌 때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6D61F-F098-4D51-8FFB-C38AF3A5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background-position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4F50A-5E53-4874-B3D2-DEED5759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배경 사진에서 어느 부분을 보여줄지 조절합니다.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F91E9-361E-4278-8641-5716D6C4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scroll-behavior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C00C5-4AEC-4F44-ABF0-658AACF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958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같은 페이지 안에서 메뉴를 눌렀을 때 부드럽게 이동합니다.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57D13-B47E-451A-95ED-99016FB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6</a:t>
            </a:r>
          </a:p>
        </p:txBody>
      </p:sp>
    </p:spTree>
    <p:extLst>
      <p:ext uri="{BB962C8B-B14F-4D97-AF65-F5344CB8AC3E}">
        <p14:creationId xmlns:p14="http://schemas.microsoft.com/office/powerpoint/2010/main" val="1141727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4EFB8C-2C92-4961-AE83-8F481D6B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rPr>
              <a:t>VISITOR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4124C-637E-4BF4-863C-7144529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방명록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4DB77-C36A-4288-9AD8-D22DE65E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현재는 화면 구현 중심이고, 실제 저장 기능은 아직 연결하지 않았습니다.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96D3D-D261-4BD6-B39D-F1FCDB66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9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A064F-BA49-48B6-82BD-A38E62C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방명록을 남겨주세요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17645-46A8-490D-AA40-76146DFB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B"/>
          </a:solidFill>
          <a:ln xmlns:a="http://schemas.openxmlformats.org/drawingml/2006/main" w="9525">
            <a:solidFill>
              <a:srgbClr val="2B211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남기기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32EAE-9C93-449D-A9BE-6D3E30A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0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03A96-9619-4045-B4FC-F1F6A42E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830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visitor.html에서 방명록 페이지 구조를 만들었습니다.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525F8-83AA-4C17-B004-445129D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7B052-7DC3-4428-9EF3-8BC7F28A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48200"/>
            <a:ext cx="830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홈 화면의 방명록 파트에서 visitor 페이지로 이동합니다.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A7A50-2C4B-45FE-9F8F-E1301C57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05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846"/>
          </a:solidFill>
          <a:ln xmlns:a="http://schemas.openxmlformats.org/drawingml/2006/main" w="9525">
            <a:solidFill>
              <a:srgbClr val="8F68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A7FB8-041E-4F34-8C9F-89B1727C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00650"/>
            <a:ext cx="830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저장 기능을 넣으려면 localStorage나 서버 연결이 필요합니다.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9DF23-9A60-499B-B5B6-ABF50FFB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7</a:t>
            </a:r>
          </a:p>
        </p:txBody>
      </p:sp>
    </p:spTree>
    <p:extLst>
      <p:ext uri="{BB962C8B-B14F-4D97-AF65-F5344CB8AC3E}">
        <p14:creationId xmlns:p14="http://schemas.microsoft.com/office/powerpoint/2010/main" val="12415350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0C082-E9F3-4555-B790-3D02958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8F6846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3402D-90F7-4DB1-AFFD-69057CF5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질문 받으면 이렇게 답하기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8F590-C7FA-415D-AE51-12894F8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코드를 완벽히 외우기보다 역할을 설명하면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D403D-49C5-440E-8CC4-7A7AD14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왜 컴포넌트로 만들었나요?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44D08-E3D6-40BA-8BD0-279F727E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반복되는 메뉴와 프로젝트 상세 화면을 한 곳에서 관리하려고 만들었습니다.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BE38A-84A7-4A37-8F7A-E76B2DD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방명록 글은 저장되나요?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4E5B8-FA13-46AC-9166-51167925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71825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지금은 정적 화면이라 저장은 안 됩니다. 저장하려면 JS나 서버가 필요합니다.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C4F59-8E1B-4301-A7E9-73695C4E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이미지가 잘리는 이유는?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650BE-066E-4D0F-8CB0-922C77A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0025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object-fit: cover는 박스를 채우는 대신 일부가 잘릴 수 있기 때문입니다.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A640F-E13C-4365-A753-F514E0D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1A14"/>
                </a:solidFill>
                <a:latin typeface="Malgun Gothic"/>
                <a:ea typeface="Malgun Gothic"/>
                <a:cs typeface="Malgun Gothic"/>
              </a:rPr>
              <a:t>어려웠던 점은?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6CCE4-A0F6-480D-9CFA-9F4DF88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폴더를 나누면서 경로를 맞추는 것과 이미지 비율을 조정하는 것이 어려웠습니다.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6DE5B-8864-4481-84A6-4DF4EB98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F8F3E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D594A"/>
                </a:solidFill>
                <a:latin typeface="Malgun Gothic"/>
                <a:ea typeface="Malgun Gothic"/>
                <a:cs typeface="Malgun Gothic"/>
              </a:rPr>
              <a:t>portfolio code review  /  8</a:t>
            </a:r>
          </a:p>
        </p:txBody>
      </p:sp>
    </p:spTree>
    <p:extLst>
      <p:ext uri="{BB962C8B-B14F-4D97-AF65-F5344CB8AC3E}">
        <p14:creationId xmlns:p14="http://schemas.microsoft.com/office/powerpoint/2010/main" val="874037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2026-06-02T18:03:19.8940000Z</dcterms:created>
  <dcterms:modified xsi:type="dcterms:W3CDTF">2026-06-02T18:03:19.8940000Z</dcterms:modified>
</coreProperties>
</file>